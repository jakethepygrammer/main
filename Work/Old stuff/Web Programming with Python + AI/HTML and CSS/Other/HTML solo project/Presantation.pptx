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64" r:id="rId4"/>
    <p:sldId id="266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19"/>
    <p:restoredTop sz="94682"/>
  </p:normalViewPr>
  <p:slideViewPr>
    <p:cSldViewPr snapToGrid="0">
      <p:cViewPr varScale="1">
        <p:scale>
          <a:sx n="127" d="100"/>
          <a:sy n="127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33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1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0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1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6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99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4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46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9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0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4868C045-4E32-EF03-7984-8339863522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81" b="974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74A54-C26B-69DD-F90A-B0B11043D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3474720"/>
          </a:xfrm>
        </p:spPr>
        <p:txBody>
          <a:bodyPr anchor="b">
            <a:normAutofit/>
          </a:bodyPr>
          <a:lstStyle/>
          <a:p>
            <a:pPr algn="l"/>
            <a:r>
              <a:rPr lang="en-US" sz="4900"/>
              <a:t>HTML </a:t>
            </a:r>
            <a:r>
              <a:rPr lang="mk-MK" sz="4900"/>
              <a:t>и </a:t>
            </a:r>
            <a:r>
              <a:rPr lang="en-US" sz="4900"/>
              <a:t>CSS </a:t>
            </a:r>
            <a:r>
              <a:rPr lang="mk-MK" sz="4900"/>
              <a:t>индивидуален проект</a:t>
            </a:r>
            <a:endParaRPr lang="en-US" sz="49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BD6F9-F816-24CA-B532-1BCA969C6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6" y="4495013"/>
            <a:ext cx="4116410" cy="1386840"/>
          </a:xfrm>
        </p:spPr>
        <p:txBody>
          <a:bodyPr anchor="t">
            <a:normAutofit/>
          </a:bodyPr>
          <a:lstStyle/>
          <a:p>
            <a:pPr algn="l"/>
            <a:r>
              <a:rPr lang="mk-MK" sz="2200"/>
              <a:t>Јаков Несторовски – 9.03.2026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141424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mphasizing precise syntax structure in code snippets for effective ...">
            <a:extLst>
              <a:ext uri="{FF2B5EF4-FFF2-40B4-BE49-F238E27FC236}">
                <a16:creationId xmlns:a16="http://schemas.microsoft.com/office/drawing/2014/main" id="{796ADE64-1226-2C4D-A3E2-9FA550C44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429" y="-36136"/>
            <a:ext cx="12324858" cy="693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D6DCD1-6B5A-1C91-3A6B-6BE6349A7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>
                <a:solidFill>
                  <a:schemeClr val="bg1"/>
                </a:solidFill>
              </a:rPr>
              <a:t>Основна идеа на проект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40DA3-66B7-686A-6521-73438D454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mk-MK" sz="2400" dirty="0">
                <a:solidFill>
                  <a:schemeClr val="bg1"/>
                </a:solidFill>
              </a:rPr>
              <a:t>Јас сакав да направам лесно-</a:t>
            </a:r>
            <a:r>
              <a:rPr lang="mk-MK" sz="2400" dirty="0" err="1">
                <a:solidFill>
                  <a:schemeClr val="bg1"/>
                </a:solidFill>
              </a:rPr>
              <a:t>пристаплива</a:t>
            </a:r>
            <a:r>
              <a:rPr lang="mk-MK" sz="2400" dirty="0">
                <a:solidFill>
                  <a:schemeClr val="bg1"/>
                </a:solidFill>
              </a:rPr>
              <a:t> веб страница, каде што некој корисник ќе може лесно да ги добие потребните информации. Мојата веб страна содржи 4 под-страни.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index.html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mk-MK" sz="2400" dirty="0">
                <a:solidFill>
                  <a:schemeClr val="bg1"/>
                </a:solidFill>
              </a:rPr>
              <a:t>ова е почетната(</a:t>
            </a:r>
            <a:r>
              <a:rPr lang="en-US" sz="2400" dirty="0">
                <a:solidFill>
                  <a:schemeClr val="bg1"/>
                </a:solidFill>
              </a:rPr>
              <a:t>landing) </a:t>
            </a:r>
            <a:r>
              <a:rPr lang="mk-MK" sz="2400" dirty="0">
                <a:solidFill>
                  <a:schemeClr val="bg1"/>
                </a:solidFill>
              </a:rPr>
              <a:t>страната. Тука, корисникот гледа некои основни информации за мене и може да продолжи кон другите.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about.html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mk-MK" sz="2400" dirty="0">
                <a:solidFill>
                  <a:schemeClr val="bg1"/>
                </a:solidFill>
              </a:rPr>
              <a:t>ова е страната што содржи најмногу информации за мене. Тука пишува во повеќе </a:t>
            </a:r>
            <a:r>
              <a:rPr lang="mk-MK" sz="2400" dirty="0" err="1">
                <a:solidFill>
                  <a:schemeClr val="bg1"/>
                </a:solidFill>
              </a:rPr>
              <a:t>детал</a:t>
            </a:r>
            <a:r>
              <a:rPr lang="mk-MK" sz="2400" dirty="0">
                <a:solidFill>
                  <a:schemeClr val="bg1"/>
                </a:solidFill>
              </a:rPr>
              <a:t> за мене.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projects.html</a:t>
            </a:r>
            <a:r>
              <a:rPr lang="mk-MK" sz="2400" dirty="0">
                <a:solidFill>
                  <a:schemeClr val="bg1"/>
                </a:solidFill>
              </a:rPr>
              <a:t> – на оваа страна може да најдат мои вештини и изработки во форма на картички.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contact.html</a:t>
            </a:r>
            <a:r>
              <a:rPr lang="mk-MK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–</a:t>
            </a:r>
            <a:r>
              <a:rPr lang="mk-MK" sz="2400" dirty="0">
                <a:solidFill>
                  <a:schemeClr val="bg1"/>
                </a:solidFill>
              </a:rPr>
              <a:t> на оваа страна има поле за внесување на порака од страна на корисникот.</a:t>
            </a:r>
          </a:p>
        </p:txBody>
      </p:sp>
    </p:spTree>
    <p:extLst>
      <p:ext uri="{BB962C8B-B14F-4D97-AF65-F5344CB8AC3E}">
        <p14:creationId xmlns:p14="http://schemas.microsoft.com/office/powerpoint/2010/main" val="382841926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5ECB4-B6E8-420D-8DDD-DBB8D439F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>
                <a:solidFill>
                  <a:schemeClr val="bg1"/>
                </a:solidFill>
              </a:rPr>
              <a:t>Структура на веб-сајтот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5DA4-C57E-9A9F-AEB1-8F629FA6C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7038729" cy="4593828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Header – </a:t>
            </a:r>
            <a:r>
              <a:rPr lang="mk-MK" sz="2400" dirty="0">
                <a:solidFill>
                  <a:schemeClr val="bg1"/>
                </a:solidFill>
              </a:rPr>
              <a:t>горниот дел на страната. Тука го има насловот на страната.</a:t>
            </a:r>
          </a:p>
          <a:p>
            <a:r>
              <a:rPr lang="en-US" sz="2400" dirty="0">
                <a:solidFill>
                  <a:schemeClr val="bg1"/>
                </a:solidFill>
              </a:rPr>
              <a:t>Nav –</a:t>
            </a:r>
            <a:r>
              <a:rPr lang="mk-MK" sz="2400" dirty="0">
                <a:solidFill>
                  <a:schemeClr val="bg1"/>
                </a:solidFill>
              </a:rPr>
              <a:t> навигациониот дел на страната. Тука има копчиња за движење меѓу страните.</a:t>
            </a:r>
          </a:p>
          <a:p>
            <a:r>
              <a:rPr lang="en-US" sz="2400" dirty="0">
                <a:solidFill>
                  <a:schemeClr val="bg1"/>
                </a:solidFill>
              </a:rPr>
              <a:t>Section </a:t>
            </a:r>
            <a:r>
              <a:rPr lang="mk-MK" sz="2400" dirty="0">
                <a:solidFill>
                  <a:schemeClr val="bg1"/>
                </a:solidFill>
              </a:rPr>
              <a:t>– главниот дел на страната. Тука ги има сите информации.</a:t>
            </a:r>
          </a:p>
          <a:p>
            <a:r>
              <a:rPr lang="en-US" sz="2400" dirty="0">
                <a:solidFill>
                  <a:schemeClr val="bg1"/>
                </a:solidFill>
              </a:rPr>
              <a:t>Footer – </a:t>
            </a:r>
            <a:r>
              <a:rPr lang="mk-MK" sz="2400" dirty="0">
                <a:solidFill>
                  <a:schemeClr val="bg1"/>
                </a:solidFill>
              </a:rPr>
              <a:t>долниот дел на страната. Тука ги има моите социјални мрежи.</a:t>
            </a:r>
          </a:p>
          <a:p>
            <a:r>
              <a:rPr lang="en-US" sz="2400" dirty="0">
                <a:solidFill>
                  <a:schemeClr val="bg1"/>
                </a:solidFill>
              </a:rPr>
              <a:t>Article – </a:t>
            </a:r>
            <a:r>
              <a:rPr lang="mk-MK" sz="2400" dirty="0">
                <a:solidFill>
                  <a:schemeClr val="bg1"/>
                </a:solidFill>
              </a:rPr>
              <a:t>ова го има на некои сајтови. Тука обично е одделен дел од сајтот, како пример се картичките во проекти страната.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DD461-B03C-848A-7C03-D88D0BF66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4047" y="0"/>
            <a:ext cx="2481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4249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19F81-DF56-5352-412D-E75340508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E0E7-9AEB-1AA4-29C8-32AA8F0B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>
                <a:solidFill>
                  <a:schemeClr val="bg1"/>
                </a:solidFill>
              </a:rPr>
              <a:t>Искористени концепти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2ED79-9268-CB02-B1C0-69A8A8421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7966577" cy="459382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H1-H6 – </a:t>
            </a:r>
            <a:r>
              <a:rPr lang="mk-MK" sz="2400" dirty="0">
                <a:solidFill>
                  <a:schemeClr val="bg1"/>
                </a:solidFill>
              </a:rPr>
              <a:t>голем, болдиран текст – наслови</a:t>
            </a:r>
          </a:p>
          <a:p>
            <a:r>
              <a:rPr lang="en-US" sz="2400" dirty="0">
                <a:solidFill>
                  <a:schemeClr val="bg1"/>
                </a:solidFill>
              </a:rPr>
              <a:t>P – </a:t>
            </a:r>
            <a:r>
              <a:rPr lang="mk-MK" sz="2400" dirty="0">
                <a:solidFill>
                  <a:schemeClr val="bg1"/>
                </a:solidFill>
              </a:rPr>
              <a:t>спореден текст – дефиниции, објаснувања</a:t>
            </a:r>
          </a:p>
          <a:p>
            <a:r>
              <a:rPr lang="mk-MK" sz="2400" dirty="0">
                <a:solidFill>
                  <a:schemeClr val="bg1"/>
                </a:solidFill>
              </a:rPr>
              <a:t>А – линкови</a:t>
            </a:r>
          </a:p>
          <a:p>
            <a:r>
              <a:rPr lang="en-US" sz="2400" dirty="0">
                <a:solidFill>
                  <a:schemeClr val="bg1"/>
                </a:solidFill>
              </a:rPr>
              <a:t>UL – </a:t>
            </a:r>
            <a:r>
              <a:rPr lang="mk-MK" sz="2400" dirty="0">
                <a:solidFill>
                  <a:schemeClr val="bg1"/>
                </a:solidFill>
              </a:rPr>
              <a:t>набројување на елементи</a:t>
            </a:r>
          </a:p>
          <a:p>
            <a:r>
              <a:rPr lang="en-US" sz="2400" dirty="0">
                <a:solidFill>
                  <a:schemeClr val="bg1"/>
                </a:solidFill>
              </a:rPr>
              <a:t>Form, input – </a:t>
            </a:r>
            <a:r>
              <a:rPr lang="mk-MK" sz="2400" dirty="0">
                <a:solidFill>
                  <a:schemeClr val="bg1"/>
                </a:solidFill>
              </a:rPr>
              <a:t>добивање информации од корисник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Iframe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mk-MK" sz="2400" dirty="0">
                <a:solidFill>
                  <a:schemeClr val="bg1"/>
                </a:solidFill>
              </a:rPr>
              <a:t>вклучување на други страници во мојата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Img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mk-MK" sz="2400" dirty="0">
                <a:solidFill>
                  <a:schemeClr val="bg1"/>
                </a:solidFill>
              </a:rPr>
              <a:t>додавање на слики во страната</a:t>
            </a:r>
          </a:p>
          <a:p>
            <a:pPr marL="0" indent="0">
              <a:buNone/>
            </a:pPr>
            <a:endParaRPr lang="mk-MK" sz="2400" dirty="0">
              <a:solidFill>
                <a:schemeClr val="bg1"/>
              </a:solidFill>
            </a:endParaRP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B5AF997-747E-48ED-3672-46414ECDD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005" y="0"/>
            <a:ext cx="4312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4601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01B42EB-A7A7-79EC-1E5B-369A4DD71575}"/>
              </a:ext>
            </a:extLst>
          </p:cNvPr>
          <p:cNvSpPr/>
          <p:nvPr/>
        </p:nvSpPr>
        <p:spPr>
          <a:xfrm>
            <a:off x="2017059" y="-77693"/>
            <a:ext cx="10294469" cy="69984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5400" b="1" dirty="0">
                <a:latin typeface="+mj-lt"/>
                <a:ea typeface="Hiragino Kaku Gothic StdN W8" panose="020B0800000000000000" pitchFamily="34" charset="-128"/>
                <a:cs typeface="Al Bayan Plain" pitchFamily="2" charset="-78"/>
              </a:rPr>
              <a:t>Страници</a:t>
            </a:r>
            <a:r>
              <a:rPr lang="mk-MK" sz="5400" b="1" dirty="0">
                <a:latin typeface="+mj-lt"/>
                <a:ea typeface="Hiragino Kaku Gothic StdN W8" panose="020B0800000000000000" pitchFamily="34" charset="-128"/>
                <a:cs typeface="AL BAYAN PLAIN" pitchFamily="2" charset="-78"/>
              </a:rPr>
              <a:t> на веб сајтот</a:t>
            </a:r>
            <a:endParaRPr lang="en-US" sz="5400" b="1" dirty="0">
              <a:latin typeface="+mj-lt"/>
              <a:ea typeface="Hiragino Kaku Gothic StdN W8" panose="020B0800000000000000" pitchFamily="34" charset="-128"/>
              <a:cs typeface="Al Bayan Plain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EBFC5-FF35-AD57-7549-61DD742A4F34}"/>
              </a:ext>
            </a:extLst>
          </p:cNvPr>
          <p:cNvSpPr/>
          <p:nvPr/>
        </p:nvSpPr>
        <p:spPr>
          <a:xfrm>
            <a:off x="-59764" y="1641379"/>
            <a:ext cx="2139578" cy="18595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За мене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9E55ED-CDD3-E28D-08FE-BCF8A6801B1D}"/>
              </a:ext>
            </a:extLst>
          </p:cNvPr>
          <p:cNvSpPr/>
          <p:nvPr/>
        </p:nvSpPr>
        <p:spPr>
          <a:xfrm>
            <a:off x="-59764" y="-77693"/>
            <a:ext cx="2139578" cy="18595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Домашна страна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D088CE-915D-AC75-A46E-521DCFC087F4}"/>
              </a:ext>
            </a:extLst>
          </p:cNvPr>
          <p:cNvSpPr/>
          <p:nvPr/>
        </p:nvSpPr>
        <p:spPr>
          <a:xfrm>
            <a:off x="-59764" y="3342163"/>
            <a:ext cx="2139578" cy="18595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Проекти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ADB0F-191D-AE6E-ED90-36B91562C075}"/>
              </a:ext>
            </a:extLst>
          </p:cNvPr>
          <p:cNvSpPr/>
          <p:nvPr/>
        </p:nvSpPr>
        <p:spPr>
          <a:xfrm>
            <a:off x="-59765" y="5061235"/>
            <a:ext cx="2139578" cy="18595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Контактирај ме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447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8FE12-6D8C-8429-D216-43E6994A4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F75FBA-28B4-042E-815A-C8C9FDF1E297}"/>
              </a:ext>
            </a:extLst>
          </p:cNvPr>
          <p:cNvSpPr/>
          <p:nvPr/>
        </p:nvSpPr>
        <p:spPr>
          <a:xfrm>
            <a:off x="2017059" y="-77693"/>
            <a:ext cx="10294469" cy="69984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AB49BC-33B5-52F2-D9D9-F9A7A4AA7904}"/>
              </a:ext>
            </a:extLst>
          </p:cNvPr>
          <p:cNvSpPr/>
          <p:nvPr/>
        </p:nvSpPr>
        <p:spPr>
          <a:xfrm>
            <a:off x="-91142" y="2371343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За мене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5E83D-8334-088E-3BF1-C19000D6DC3F}"/>
              </a:ext>
            </a:extLst>
          </p:cNvPr>
          <p:cNvSpPr/>
          <p:nvPr/>
        </p:nvSpPr>
        <p:spPr>
          <a:xfrm>
            <a:off x="-59765" y="-77693"/>
            <a:ext cx="4410635" cy="245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4400" b="1" dirty="0">
                <a:latin typeface="+mj-lt"/>
                <a:cs typeface="Aharoni" panose="02010803020104030203" pitchFamily="2" charset="-79"/>
              </a:rPr>
              <a:t>Домашна страна</a:t>
            </a:r>
            <a:endParaRPr lang="en-US" sz="44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4D0FF1-5761-B257-5FBA-15B8F27963C3}"/>
              </a:ext>
            </a:extLst>
          </p:cNvPr>
          <p:cNvSpPr/>
          <p:nvPr/>
        </p:nvSpPr>
        <p:spPr>
          <a:xfrm>
            <a:off x="-91142" y="3880103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Проекти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C9E247-98EF-7215-48D9-BD8129B5FFBA}"/>
              </a:ext>
            </a:extLst>
          </p:cNvPr>
          <p:cNvSpPr/>
          <p:nvPr/>
        </p:nvSpPr>
        <p:spPr>
          <a:xfrm>
            <a:off x="-91142" y="5380767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cs typeface="Aharoni" panose="02010803020104030203" pitchFamily="2" charset="-79"/>
              </a:rPr>
              <a:t>Контактирај ме</a:t>
            </a:r>
            <a:endParaRPr lang="en-US" sz="2000" b="1" dirty="0">
              <a:cs typeface="Aharoni" panose="02010803020104030203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6492CB-06B0-3DA1-CD6A-C1B21431DB82}"/>
              </a:ext>
            </a:extLst>
          </p:cNvPr>
          <p:cNvSpPr txBox="1"/>
          <p:nvPr/>
        </p:nvSpPr>
        <p:spPr>
          <a:xfrm>
            <a:off x="6427694" y="1008811"/>
            <a:ext cx="59286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2000" b="1" dirty="0">
                <a:solidFill>
                  <a:schemeClr val="bg1"/>
                </a:solidFill>
                <a:latin typeface="+mj-lt"/>
              </a:rPr>
              <a:t>На домашната страна има некои општи информации за мене. Тука има: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Име и презиме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Возраст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Образование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Пол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Контактирај ме копче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mk-MK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EE457B-1A41-1886-CFFB-7CFB9F29FBDF}"/>
              </a:ext>
            </a:extLst>
          </p:cNvPr>
          <p:cNvSpPr txBox="1"/>
          <p:nvPr/>
        </p:nvSpPr>
        <p:spPr>
          <a:xfrm>
            <a:off x="8096624" y="273707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домашната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02487-EE36-4C27-6048-C53FEBEF5662}"/>
              </a:ext>
            </a:extLst>
          </p:cNvPr>
          <p:cNvSpPr txBox="1"/>
          <p:nvPr/>
        </p:nvSpPr>
        <p:spPr>
          <a:xfrm>
            <a:off x="6849035" y="327060"/>
            <a:ext cx="1643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Што има на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2A9754-036F-E249-4E74-3EE57AC20967}"/>
              </a:ext>
            </a:extLst>
          </p:cNvPr>
          <p:cNvSpPr txBox="1"/>
          <p:nvPr/>
        </p:nvSpPr>
        <p:spPr>
          <a:xfrm>
            <a:off x="9722224" y="33325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страна?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61BBF3-11DD-7764-6FC0-08F674E82092}"/>
              </a:ext>
            </a:extLst>
          </p:cNvPr>
          <p:cNvSpPr txBox="1"/>
          <p:nvPr/>
        </p:nvSpPr>
        <p:spPr>
          <a:xfrm rot="5400000">
            <a:off x="9082734" y="-1370700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за мене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575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570AE-4B51-F472-EAF4-4061A99A6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6F5CB2A-9EEB-5F82-DED6-A86EB5064969}"/>
              </a:ext>
            </a:extLst>
          </p:cNvPr>
          <p:cNvSpPr txBox="1"/>
          <p:nvPr/>
        </p:nvSpPr>
        <p:spPr>
          <a:xfrm rot="16200000">
            <a:off x="12336351" y="2130677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домашната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E2650D-1805-087D-36DE-4A115E847A85}"/>
              </a:ext>
            </a:extLst>
          </p:cNvPr>
          <p:cNvSpPr/>
          <p:nvPr/>
        </p:nvSpPr>
        <p:spPr>
          <a:xfrm>
            <a:off x="2017059" y="-77693"/>
            <a:ext cx="10294469" cy="69984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F279ED-D429-E8C7-9B10-EB368238CA4B}"/>
              </a:ext>
            </a:extLst>
          </p:cNvPr>
          <p:cNvSpPr/>
          <p:nvPr/>
        </p:nvSpPr>
        <p:spPr>
          <a:xfrm>
            <a:off x="-122519" y="-77693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Домашна страна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7146DA-7697-94DA-3D18-5FB75A6367D2}"/>
              </a:ext>
            </a:extLst>
          </p:cNvPr>
          <p:cNvSpPr/>
          <p:nvPr/>
        </p:nvSpPr>
        <p:spPr>
          <a:xfrm>
            <a:off x="-122519" y="3880103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Проекти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C02430-E0AA-09EF-8148-A4F2501F6301}"/>
              </a:ext>
            </a:extLst>
          </p:cNvPr>
          <p:cNvSpPr/>
          <p:nvPr/>
        </p:nvSpPr>
        <p:spPr>
          <a:xfrm>
            <a:off x="-122519" y="1429751"/>
            <a:ext cx="4410635" cy="245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4400" b="1" dirty="0">
                <a:latin typeface="+mj-lt"/>
                <a:cs typeface="Aharoni" panose="02010803020104030203" pitchFamily="2" charset="-79"/>
              </a:rPr>
              <a:t>За мене</a:t>
            </a:r>
            <a:endParaRPr lang="en-US" sz="44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C8434D-8FA9-05DD-38CF-69D6587D9D23}"/>
              </a:ext>
            </a:extLst>
          </p:cNvPr>
          <p:cNvSpPr/>
          <p:nvPr/>
        </p:nvSpPr>
        <p:spPr>
          <a:xfrm>
            <a:off x="-122519" y="5380767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cs typeface="Aharoni" panose="02010803020104030203" pitchFamily="2" charset="-79"/>
              </a:rPr>
              <a:t>Контактирај ме</a:t>
            </a:r>
            <a:endParaRPr lang="en-US" sz="2000" b="1" dirty="0">
              <a:cs typeface="Aharoni" panose="02010803020104030203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E5D60-2334-1C16-DFDC-0D23AC99531C}"/>
              </a:ext>
            </a:extLst>
          </p:cNvPr>
          <p:cNvSpPr txBox="1"/>
          <p:nvPr/>
        </p:nvSpPr>
        <p:spPr>
          <a:xfrm>
            <a:off x="6427694" y="1008811"/>
            <a:ext cx="59286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2000" b="1" dirty="0">
                <a:solidFill>
                  <a:schemeClr val="bg1"/>
                </a:solidFill>
                <a:latin typeface="+mj-lt"/>
              </a:rPr>
              <a:t>На за мене страната има подетални информации за мене. Тука има: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 err="1">
                <a:solidFill>
                  <a:schemeClr val="bg1"/>
                </a:solidFill>
                <a:latin typeface="+mj-lt"/>
              </a:rPr>
              <a:t>Хобиња</a:t>
            </a:r>
            <a:endParaRPr lang="mk-MK" sz="2000" b="1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Интереси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Вештини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Моето школо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Мој активности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9D49C4-46E5-44F8-E639-08104202372A}"/>
              </a:ext>
            </a:extLst>
          </p:cNvPr>
          <p:cNvSpPr txBox="1"/>
          <p:nvPr/>
        </p:nvSpPr>
        <p:spPr>
          <a:xfrm rot="5400000">
            <a:off x="9383052" y="-1228919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проекти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48B5D-CD4C-4430-F7AB-CAA13388A59C}"/>
              </a:ext>
            </a:extLst>
          </p:cNvPr>
          <p:cNvSpPr txBox="1"/>
          <p:nvPr/>
        </p:nvSpPr>
        <p:spPr>
          <a:xfrm>
            <a:off x="7164293" y="373226"/>
            <a:ext cx="1643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Што има на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03D681-69A3-51F4-93C6-845F23AB3B03}"/>
              </a:ext>
            </a:extLst>
          </p:cNvPr>
          <p:cNvSpPr txBox="1"/>
          <p:nvPr/>
        </p:nvSpPr>
        <p:spPr>
          <a:xfrm>
            <a:off x="9874608" y="37322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страната?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CE4933-8FD0-A424-904D-A025D0B765F9}"/>
              </a:ext>
            </a:extLst>
          </p:cNvPr>
          <p:cNvSpPr txBox="1"/>
          <p:nvPr/>
        </p:nvSpPr>
        <p:spPr>
          <a:xfrm>
            <a:off x="8281896" y="327060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за мене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029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1542A-F983-BC2B-28D0-132A993B8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F5A205C-FC2A-29D4-5F32-0DB309602DD7}"/>
              </a:ext>
            </a:extLst>
          </p:cNvPr>
          <p:cNvSpPr txBox="1"/>
          <p:nvPr/>
        </p:nvSpPr>
        <p:spPr>
          <a:xfrm rot="16200000">
            <a:off x="12336351" y="2130677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за мене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87A401-E09E-245B-E8CF-B7773602E23E}"/>
              </a:ext>
            </a:extLst>
          </p:cNvPr>
          <p:cNvSpPr/>
          <p:nvPr/>
        </p:nvSpPr>
        <p:spPr>
          <a:xfrm>
            <a:off x="2017059" y="-77693"/>
            <a:ext cx="10294469" cy="69984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2B1ACD-80BB-C8D8-E350-3CD536FC77E0}"/>
              </a:ext>
            </a:extLst>
          </p:cNvPr>
          <p:cNvSpPr/>
          <p:nvPr/>
        </p:nvSpPr>
        <p:spPr>
          <a:xfrm>
            <a:off x="-122519" y="-77693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Домашна страна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BCEFCC-4855-9C3D-3AA7-689B1CEB4D8C}"/>
              </a:ext>
            </a:extLst>
          </p:cNvPr>
          <p:cNvSpPr/>
          <p:nvPr/>
        </p:nvSpPr>
        <p:spPr>
          <a:xfrm>
            <a:off x="-122519" y="1421655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За мене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0353BD-7732-0760-4400-204364E385D4}"/>
              </a:ext>
            </a:extLst>
          </p:cNvPr>
          <p:cNvSpPr/>
          <p:nvPr/>
        </p:nvSpPr>
        <p:spPr>
          <a:xfrm>
            <a:off x="-122519" y="2930415"/>
            <a:ext cx="4410635" cy="245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4400" b="1" dirty="0">
                <a:latin typeface="+mj-lt"/>
                <a:cs typeface="Aharoni" panose="02010803020104030203" pitchFamily="2" charset="-79"/>
              </a:rPr>
              <a:t>Проекти</a:t>
            </a:r>
            <a:endParaRPr lang="en-US" sz="44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117BB9-901A-B24E-913C-D03EFFEFBC04}"/>
              </a:ext>
            </a:extLst>
          </p:cNvPr>
          <p:cNvSpPr/>
          <p:nvPr/>
        </p:nvSpPr>
        <p:spPr>
          <a:xfrm>
            <a:off x="-122519" y="5380767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cs typeface="Aharoni" panose="02010803020104030203" pitchFamily="2" charset="-79"/>
              </a:rPr>
              <a:t>Контактирај ме</a:t>
            </a:r>
            <a:endParaRPr lang="en-US" sz="2000" b="1" dirty="0">
              <a:cs typeface="Aharoni" panose="02010803020104030203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022080-41B9-896C-1B3F-E98CE45A24D5}"/>
              </a:ext>
            </a:extLst>
          </p:cNvPr>
          <p:cNvSpPr txBox="1"/>
          <p:nvPr/>
        </p:nvSpPr>
        <p:spPr>
          <a:xfrm>
            <a:off x="6427694" y="1008811"/>
            <a:ext cx="59286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2000" b="1" dirty="0">
                <a:solidFill>
                  <a:schemeClr val="bg1"/>
                </a:solidFill>
                <a:latin typeface="+mj-lt"/>
              </a:rPr>
              <a:t>На проекти страната има неколку мои вештини и изработки претставени во вид на картички. Тука има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Поранешни веб-сајтови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Пливачки вештини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Мои фотографии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Програмерски вештини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6648FC-B190-A0B8-C993-AF37EDFB4DD4}"/>
              </a:ext>
            </a:extLst>
          </p:cNvPr>
          <p:cNvSpPr txBox="1"/>
          <p:nvPr/>
        </p:nvSpPr>
        <p:spPr>
          <a:xfrm rot="5400000">
            <a:off x="9053233" y="-1558738"/>
            <a:ext cx="2400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контактирај ме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81BAC-7FF7-EF00-EA35-A92145C76798}"/>
              </a:ext>
            </a:extLst>
          </p:cNvPr>
          <p:cNvSpPr txBox="1"/>
          <p:nvPr/>
        </p:nvSpPr>
        <p:spPr>
          <a:xfrm>
            <a:off x="7164293" y="355362"/>
            <a:ext cx="1643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Што има на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2FFDB7-D9BD-5CDC-339D-2EA15597F2D4}"/>
              </a:ext>
            </a:extLst>
          </p:cNvPr>
          <p:cNvSpPr txBox="1"/>
          <p:nvPr/>
        </p:nvSpPr>
        <p:spPr>
          <a:xfrm>
            <a:off x="9874607" y="35536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страната?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B6AC2D-A4F7-5E6F-CFDF-F68EC63D1936}"/>
              </a:ext>
            </a:extLst>
          </p:cNvPr>
          <p:cNvSpPr txBox="1"/>
          <p:nvPr/>
        </p:nvSpPr>
        <p:spPr>
          <a:xfrm>
            <a:off x="8281896" y="327060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проекти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00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ACDF-3610-2AAC-2B61-384296A5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770043-4B07-E02A-822F-02E24767F4F1}"/>
              </a:ext>
            </a:extLst>
          </p:cNvPr>
          <p:cNvSpPr/>
          <p:nvPr/>
        </p:nvSpPr>
        <p:spPr>
          <a:xfrm>
            <a:off x="-122519" y="2930415"/>
            <a:ext cx="2139578" cy="1538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cs typeface="Aharoni" panose="02010803020104030203" pitchFamily="2" charset="-79"/>
              </a:rPr>
              <a:t>Проекти</a:t>
            </a:r>
            <a:endParaRPr lang="en-US" sz="2000" b="1" dirty="0">
              <a:cs typeface="Aharoni" panose="02010803020104030203" pitchFamily="2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4D6E5-71E7-9BDA-5A63-6E4CDAC50BDC}"/>
              </a:ext>
            </a:extLst>
          </p:cNvPr>
          <p:cNvSpPr txBox="1"/>
          <p:nvPr/>
        </p:nvSpPr>
        <p:spPr>
          <a:xfrm rot="16200000">
            <a:off x="12336351" y="2130677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проекти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D28E7D-F1C3-9BE9-642A-BCB821BF6B40}"/>
              </a:ext>
            </a:extLst>
          </p:cNvPr>
          <p:cNvSpPr/>
          <p:nvPr/>
        </p:nvSpPr>
        <p:spPr>
          <a:xfrm>
            <a:off x="2017059" y="-77693"/>
            <a:ext cx="10294469" cy="69984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E4DED9-5D14-051E-4186-8120F17C7D58}"/>
              </a:ext>
            </a:extLst>
          </p:cNvPr>
          <p:cNvSpPr/>
          <p:nvPr/>
        </p:nvSpPr>
        <p:spPr>
          <a:xfrm>
            <a:off x="-122519" y="-77693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Домашна страна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472C00-ED38-E002-89A8-847898C100DB}"/>
              </a:ext>
            </a:extLst>
          </p:cNvPr>
          <p:cNvSpPr/>
          <p:nvPr/>
        </p:nvSpPr>
        <p:spPr>
          <a:xfrm>
            <a:off x="-122519" y="1419712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За мене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D1559D-EF81-8C4F-5604-E7ADA05BBC49}"/>
              </a:ext>
            </a:extLst>
          </p:cNvPr>
          <p:cNvSpPr/>
          <p:nvPr/>
        </p:nvSpPr>
        <p:spPr>
          <a:xfrm>
            <a:off x="-122519" y="4425877"/>
            <a:ext cx="4410635" cy="245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4400" b="1" dirty="0">
                <a:cs typeface="Aharoni" panose="02010803020104030203" pitchFamily="2" charset="-79"/>
              </a:rPr>
              <a:t>Контактирај ме</a:t>
            </a:r>
            <a:endParaRPr lang="en-US" sz="4400" b="1" dirty="0">
              <a:cs typeface="Aharoni" panose="02010803020104030203" pitchFamily="2" charset="-79"/>
            </a:endParaRPr>
          </a:p>
          <a:p>
            <a:pPr algn="ctr"/>
            <a:endParaRPr lang="en-US" sz="44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86D67-ABF1-2ED5-21FB-04580A09FFF0}"/>
              </a:ext>
            </a:extLst>
          </p:cNvPr>
          <p:cNvSpPr txBox="1"/>
          <p:nvPr/>
        </p:nvSpPr>
        <p:spPr>
          <a:xfrm>
            <a:off x="6427694" y="1008811"/>
            <a:ext cx="59286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2000" b="1" dirty="0">
                <a:solidFill>
                  <a:schemeClr val="bg1"/>
                </a:solidFill>
                <a:latin typeface="+mj-lt"/>
              </a:rPr>
              <a:t>На контактирај ме страната има </a:t>
            </a:r>
            <a:r>
              <a:rPr lang="mk-MK" sz="2000" b="1" dirty="0" err="1">
                <a:solidFill>
                  <a:schemeClr val="bg1"/>
                </a:solidFill>
                <a:latin typeface="+mj-lt"/>
              </a:rPr>
              <a:t>внесни</a:t>
            </a:r>
            <a:r>
              <a:rPr lang="mk-MK" sz="2000" b="1" dirty="0">
                <a:solidFill>
                  <a:schemeClr val="bg1"/>
                </a:solidFill>
                <a:latin typeface="+mj-lt"/>
              </a:rPr>
              <a:t> полиња за корисникот да може да внесе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Име и презиме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Мејл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Порака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C2DD8-2A07-D9E6-C26C-30B0DFD98978}"/>
              </a:ext>
            </a:extLst>
          </p:cNvPr>
          <p:cNvSpPr txBox="1"/>
          <p:nvPr/>
        </p:nvSpPr>
        <p:spPr>
          <a:xfrm>
            <a:off x="6564406" y="373226"/>
            <a:ext cx="1643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Што има на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104C5-0195-C885-5583-486EBE3E2E7C}"/>
              </a:ext>
            </a:extLst>
          </p:cNvPr>
          <p:cNvSpPr txBox="1"/>
          <p:nvPr/>
        </p:nvSpPr>
        <p:spPr>
          <a:xfrm>
            <a:off x="10174941" y="37322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страната?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401B73-BC15-400D-C92A-D292F896EAA5}"/>
              </a:ext>
            </a:extLst>
          </p:cNvPr>
          <p:cNvSpPr txBox="1"/>
          <p:nvPr/>
        </p:nvSpPr>
        <p:spPr>
          <a:xfrm>
            <a:off x="7884458" y="327060"/>
            <a:ext cx="2290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контактирај ме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071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FD1D23-848B-6BC3-8202-090C3106296E}"/>
              </a:ext>
            </a:extLst>
          </p:cNvPr>
          <p:cNvSpPr txBox="1"/>
          <p:nvPr/>
        </p:nvSpPr>
        <p:spPr>
          <a:xfrm>
            <a:off x="1" y="2274838"/>
            <a:ext cx="121919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7200" b="1" dirty="0">
                <a:solidFill>
                  <a:schemeClr val="bg1"/>
                </a:solidFill>
              </a:rPr>
              <a:t>Ви благодарам на вниманието!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93227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427</Words>
  <Application>Microsoft Macintosh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Aharoni</vt:lpstr>
      <vt:lpstr>Arial</vt:lpstr>
      <vt:lpstr>Neue Haas Grotesk Text Pro</vt:lpstr>
      <vt:lpstr>VanillaVTI</vt:lpstr>
      <vt:lpstr>HTML и CSS индивидуален проект</vt:lpstr>
      <vt:lpstr>Основна идеа на проект</vt:lpstr>
      <vt:lpstr>Структура на веб-сајтот</vt:lpstr>
      <vt:lpstr>Искористени концепти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Marija Trpkova-Nestorovska</dc:creator>
  <cp:lastModifiedBy>Marija Trpkova-Nestorovska</cp:lastModifiedBy>
  <cp:revision>2</cp:revision>
  <cp:lastPrinted>2026-03-09T17:04:06Z</cp:lastPrinted>
  <dcterms:created xsi:type="dcterms:W3CDTF">2026-03-09T16:38:41Z</dcterms:created>
  <dcterms:modified xsi:type="dcterms:W3CDTF">2026-03-13T11:57:40Z</dcterms:modified>
</cp:coreProperties>
</file>